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8"/>
  </p:notesMasterIdLst>
  <p:handoutMasterIdLst>
    <p:handoutMasterId r:id="rId9"/>
  </p:handoutMasterIdLst>
  <p:sldIdLst>
    <p:sldId id="289" r:id="rId5"/>
    <p:sldId id="288" r:id="rId6"/>
    <p:sldId id="29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0" autoAdjust="0"/>
    <p:restoredTop sz="94694" autoAdjust="0"/>
  </p:normalViewPr>
  <p:slideViewPr>
    <p:cSldViewPr snapToGrid="0">
      <p:cViewPr varScale="1">
        <p:scale>
          <a:sx n="80" d="100"/>
          <a:sy n="80" d="100"/>
        </p:scale>
        <p:origin x="96" y="5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mk-MK" dirty="0"/>
              <a:t>Екононмското и социјалното влијание на синтетичката биологија</a:t>
            </a:r>
            <a:endParaRPr lang="en-US" dirty="0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mk-MK" dirty="0">
                <a:solidFill>
                  <a:schemeClr val="bg2"/>
                </a:solidFill>
              </a:rPr>
              <a:t>Цели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mk-MK" dirty="0"/>
              <a:t>Економска вредност</a:t>
            </a:r>
            <a:endParaRPr lang="en-US" dirty="0"/>
          </a:p>
          <a:p>
            <a:r>
              <a:rPr lang="mk-MK" dirty="0"/>
              <a:t>Социјални и општестевни промени</a:t>
            </a:r>
            <a:endParaRPr lang="en-US" dirty="0"/>
          </a:p>
          <a:p>
            <a:r>
              <a:rPr lang="mk-MK" dirty="0"/>
              <a:t>Еколошки промени</a:t>
            </a:r>
          </a:p>
          <a:p>
            <a:endParaRPr lang="mk-MK" dirty="0"/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4099-5E3F-09DA-C658-40DB8A9839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mk-MK" dirty="0"/>
              <a:t>Ризици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BD49F-E03A-6693-E40D-59733B9008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mk-MK" dirty="0"/>
              <a:t>Безбедносни предизвици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mk-MK" dirty="0"/>
              <a:t>Морални предизвици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mk-MK" dirty="0"/>
              <a:t>Етички предизвици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mk-MK" dirty="0"/>
              <a:t>Економски предизвици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177620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{29A5DBD3-CC82-40AB-94E1-2ABFCC154D7F}TF020710ce-b2a3-4743-8ec4-0abcd2574951ef9f6aa4_win32-415a623b9e9a</Template>
  <TotalTime>8</TotalTime>
  <Words>27</Words>
  <Application>Microsoft Office PowerPoint</Application>
  <PresentationFormat>Widescreen</PresentationFormat>
  <Paragraphs>12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Univers Condensed Light</vt:lpstr>
      <vt:lpstr>Walbaum Display Light</vt:lpstr>
      <vt:lpstr>AngleLinesVTI</vt:lpstr>
      <vt:lpstr>Екононмското и социјалното влијание на синтетичката биологија</vt:lpstr>
      <vt:lpstr>Цели</vt:lpstr>
      <vt:lpstr>Ризици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Leonid Trajkoski</dc:creator>
  <cp:lastModifiedBy>Leonid Trajkoski</cp:lastModifiedBy>
  <cp:revision>1</cp:revision>
  <dcterms:created xsi:type="dcterms:W3CDTF">2025-11-10T22:11:30Z</dcterms:created>
  <dcterms:modified xsi:type="dcterms:W3CDTF">2025-11-10T22:19:47Z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